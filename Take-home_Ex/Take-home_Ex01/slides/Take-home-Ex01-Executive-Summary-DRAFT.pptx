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9456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Analysis of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Traffic Accidents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749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accidents in the Bangkok Metropolitan Region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Huang  |  ISSS626 Take-home Exercise 1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analysis looks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6692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2022 accidents concentrated?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that clustering real, or just coincidence?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cluster's location change with time, month, or weather?</a:t>
            </a:r>
            <a:endParaRPr lang="en-US" sz="1800" dirty="0"/>
          </a:p>
        </p:txBody>
      </p:sp>
      <p:pic>
        <p:nvPicPr>
          <p:cNvPr id="4" name="Image 0" descr="/mnt/user-data/uploads/Geospatial/Take-home_Ex/Take-home_Ex01/index_files/figure-html/unnamed-chunk-1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737360"/>
            <a:ext cx="5120640" cy="3657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Area &amp; Data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Bangkok + 5 surrounding provinces (BMR), 2022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3,590 geolocated accidents after cleaning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Kaggle road accident records + geoBoundaries province polygons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to EPSG:32647 (UTM 47N, metres)</a:t>
            </a:r>
            <a:endParaRPr lang="en-US" sz="1600" dirty="0"/>
          </a:p>
        </p:txBody>
      </p:sp>
      <p:pic>
        <p:nvPicPr>
          <p:cNvPr id="4" name="Image 0" descr="/mnt/user-data/uploads/Geospatial/Take-home_Ex/Take-home_Ex01/index_files/figure-html/unnamed-chunk-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37360"/>
            <a:ext cx="5303520" cy="37882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KDE — where is intensity highest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 / F / K / L + Clark-Evans — is the clustering statistically real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STKDE — does the hotspot move over time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segregation.test() — is a day/night or weather split really different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Analysis: Where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KDE, bandwidth chosen with bw.ppl() (≈750m)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sits at a major interchange in central-eastern Bangkok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follows the road network, not spread evenly</a:t>
            </a:r>
            <a:endParaRPr lang="en-US" sz="1700" dirty="0"/>
          </a:p>
        </p:txBody>
      </p:sp>
      <p:pic>
        <p:nvPicPr>
          <p:cNvPr id="4" name="Image 0" descr="/mnt/user-data/uploads/Geospatial/Take-home_Ex/Take-home_Ex01/index_files/figure-html/unnamed-chunk-19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37360"/>
            <a:ext cx="5303520" cy="37882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Analysis: Is It Real?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G, F, K, L functions all reject CSR (complete spatial randomness)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Clark-Evans R = 0.215, p &lt; 2.2×10⁻¹⁶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holds from the shortest to the longest distances tested</a:t>
            </a:r>
            <a:endParaRPr lang="en-US" sz="1700" dirty="0"/>
          </a:p>
        </p:txBody>
      </p:sp>
      <p:pic>
        <p:nvPicPr>
          <p:cNvPr id="4" name="Image 0" descr="/mnt/user-data/uploads/Geospatial/Take-home_Ex/Take-home_Ex01/index_files/figure-html/unnamed-chunk-24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737360"/>
            <a:ext cx="5303520" cy="37882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Spatio-Temporal Analysis: The Hotspot Moves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31089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hour: single peak at night, spreads out during the morning commute, sharpens again at midday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month: same location all year, but intensity jumps October–December</a:t>
            </a:r>
            <a:endParaRPr lang="en-US" sz="1500" dirty="0"/>
          </a:p>
        </p:txBody>
      </p:sp>
      <p:pic>
        <p:nvPicPr>
          <p:cNvPr id="4" name="Image 0" descr="/mnt/user-data/uploads/Geospatial/Take-home_Ex/Take-home_Ex01/index_files/figure-html/unnamed-chunk-28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737360"/>
            <a:ext cx="8229600" cy="587828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vs. Night, Weekday vs. Weekend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vs. night: significantly different locations (p = 0.01)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weekend: same locations, only volume differs (p = 0.34; 2,549 vs. 1,041)</a:t>
            </a:r>
            <a:endParaRPr lang="en-US" sz="1700" dirty="0"/>
          </a:p>
        </p:txBody>
      </p:sp>
      <p:pic>
        <p:nvPicPr>
          <p:cNvPr id="4" name="Image 0" descr="/mnt/user-data/uploads/Geospatial/Take-home_Ex/Take-home_Ex01/index_files/figure-html/unnamed-chunk-32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94560"/>
            <a:ext cx="5303520" cy="37882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Value-Added: Does Weather Matter?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548640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3,263 clear-weather points vs. 309 rainy-weather points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Locations differ significantly (p = 0.01)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Rainy-weather accidents concentrate in the east-central area — not just a smaller version of the usual hotspot</a:t>
            </a:r>
            <a:endParaRPr lang="en-US" sz="1600" dirty="0"/>
          </a:p>
        </p:txBody>
      </p:sp>
      <p:pic>
        <p:nvPicPr>
          <p:cNvPr id="4" name="Image 0" descr="/mnt/user-data/uploads/Geospatial/Take-home_Ex/Take-home_Ex01/index_files/figure-html/unnamed-chunk-36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2194560"/>
            <a:ext cx="5303520" cy="37882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Implications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920240"/>
            <a:ext cx="106070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 enforcement at the central-eastern interchange — the hotspot every analysis points to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patrol locations between day and night, not just add more patrols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drainage and signage at the east-central cluster before rainy season</a:t>
            </a:r>
            <a:endParaRPr lang="en-US" sz="17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higher, more concentrated demand October–December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3736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BMR boundary is a province-name union, not an official metro polygon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of records had no coordinates and were dropped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321 duplicate coordinates jittered to fix a statistical issue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Day/night split is a fixed clock boundary, not actual daylight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572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98348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BMR accidents cluster along the road network, the clustering is statistically real, and where it clusters shifts by time of day, month, and weather — not just how many accidents happen.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2026-09-23T12:44:51Z</dcterms:created>
  <dcterms:modified xsi:type="dcterms:W3CDTF">2026-09-23T12:44:51Z</dcterms:modified>
</cp:coreProperties>
</file>